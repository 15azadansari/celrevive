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4400213" cy="8999538"/>
  <p:notesSz cx="6858000" cy="9144000"/>
  <p:defaultTextStyle>
    <a:defPPr>
      <a:defRPr lang="en-US"/>
    </a:defPPr>
    <a:lvl1pPr marL="0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1pPr>
    <a:lvl2pPr marL="561579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2pPr>
    <a:lvl3pPr marL="1123158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3pPr>
    <a:lvl4pPr marL="1684736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4pPr>
    <a:lvl5pPr marL="2246315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5pPr>
    <a:lvl6pPr marL="2807894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6pPr>
    <a:lvl7pPr marL="3369473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7pPr>
    <a:lvl8pPr marL="3931051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8pPr>
    <a:lvl9pPr marL="4492630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D5"/>
    <a:srgbClr val="FF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9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297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930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77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93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6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57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3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042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66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434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884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38E7F-C3BE-40FA-BE48-EB3019D14554}" type="datetimeFigureOut">
              <a:rPr lang="en-AU" smtClean="0"/>
              <a:t>28/05/2026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Shopify logo and symbol, meaning, history, PNG"/>
          <p:cNvSpPr>
            <a:spLocks noChangeAspect="1" noChangeArrowheads="1"/>
          </p:cNvSpPr>
          <p:nvPr/>
        </p:nvSpPr>
        <p:spPr bwMode="auto">
          <a:xfrm>
            <a:off x="183753" y="279082"/>
            <a:ext cx="360005" cy="36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8002" tIns="54001" rIns="108002" bIns="54001" numCol="1" anchor="t" anchorCtr="0" compatLnSpc="1">
            <a:prstTxWarp prst="textNoShape">
              <a:avLst/>
            </a:prstTxWarp>
          </a:bodyPr>
          <a:lstStyle/>
          <a:p>
            <a:endParaRPr lang="en-AU" sz="1654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9254489" y="4272151"/>
            <a:ext cx="898703" cy="252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51960" y="4216838"/>
            <a:ext cx="2768835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/>
              <a:t>Existing                       </a:t>
            </a:r>
            <a:r>
              <a:rPr lang="en-US" sz="1654" b="1" dirty="0" smtClean="0"/>
              <a:t>Frontend</a:t>
            </a:r>
            <a:endParaRPr lang="en-AU" sz="1654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173566" y="2465353"/>
            <a:ext cx="2736040" cy="346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54" dirty="0"/>
              <a:t>URL: https://celrevive.com/</a:t>
            </a:r>
            <a:endParaRPr lang="en-AU" sz="1654" dirty="0"/>
          </a:p>
        </p:txBody>
      </p:sp>
      <p:sp>
        <p:nvSpPr>
          <p:cNvPr id="11" name="TextBox 10"/>
          <p:cNvSpPr txBox="1"/>
          <p:nvPr/>
        </p:nvSpPr>
        <p:spPr>
          <a:xfrm>
            <a:off x="6799246" y="2150815"/>
            <a:ext cx="1173591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/>
              <a:t>DNS Server</a:t>
            </a:r>
            <a:endParaRPr lang="en-AU" sz="1654" b="1" dirty="0"/>
          </a:p>
        </p:txBody>
      </p:sp>
      <p:cxnSp>
        <p:nvCxnSpPr>
          <p:cNvPr id="13" name="Straight Arrow Connector 12"/>
          <p:cNvCxnSpPr>
            <a:stCxn id="4" idx="0"/>
            <a:endCxn id="9" idx="2"/>
          </p:cNvCxnSpPr>
          <p:nvPr/>
        </p:nvCxnSpPr>
        <p:spPr>
          <a:xfrm flipH="1" flipV="1">
            <a:off x="7541586" y="2812243"/>
            <a:ext cx="2237869" cy="128158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23" idx="2"/>
          </p:cNvCxnSpPr>
          <p:nvPr/>
        </p:nvCxnSpPr>
        <p:spPr>
          <a:xfrm flipV="1">
            <a:off x="7469585" y="1304622"/>
            <a:ext cx="0" cy="87319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328" y="375677"/>
            <a:ext cx="1490514" cy="92894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29958"/>
          <a:stretch/>
        </p:blipFill>
        <p:spPr>
          <a:xfrm>
            <a:off x="7294828" y="621662"/>
            <a:ext cx="581732" cy="2973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58662" y="4563726"/>
            <a:ext cx="2942812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Authentication UI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User Profile UI (Partial)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Shopping Cart (UX Issues)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Create Order (UX Issues)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Purchase </a:t>
            </a:r>
            <a:r>
              <a:rPr lang="en-US" sz="1654" dirty="0" smtClean="0"/>
              <a:t>- Card </a:t>
            </a:r>
            <a:r>
              <a:rPr lang="en-US" sz="1654" dirty="0"/>
              <a:t>etc. </a:t>
            </a:r>
            <a:r>
              <a:rPr lang="en-US" sz="1654" dirty="0" smtClean="0"/>
              <a:t>(Issues</a:t>
            </a:r>
            <a:r>
              <a:rPr lang="en-US" sz="1654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9590" y="4093826"/>
            <a:ext cx="2899730" cy="3157512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10" name="Rectangle 9"/>
          <p:cNvSpPr/>
          <p:nvPr/>
        </p:nvSpPr>
        <p:spPr>
          <a:xfrm>
            <a:off x="6162739" y="2177816"/>
            <a:ext cx="2613692" cy="68539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34" name="TextBox 33"/>
          <p:cNvSpPr txBox="1"/>
          <p:nvPr/>
        </p:nvSpPr>
        <p:spPr>
          <a:xfrm>
            <a:off x="11695507" y="4216836"/>
            <a:ext cx="2130007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 smtClean="0"/>
              <a:t>API</a:t>
            </a:r>
            <a:r>
              <a:rPr lang="en-US" sz="1654" b="1" dirty="0"/>
              <a:t>/ Backend Services</a:t>
            </a:r>
            <a:endParaRPr lang="en-AU" sz="1654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1767661" y="4525046"/>
            <a:ext cx="2111964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err="1" smtClean="0"/>
              <a:t>Auth</a:t>
            </a:r>
            <a:r>
              <a:rPr lang="en-US" sz="1654" dirty="0" smtClean="0"/>
              <a:t> </a:t>
            </a:r>
            <a:r>
              <a:rPr lang="en-US" sz="1654" dirty="0"/>
              <a:t>Service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User Profile API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Shopping </a:t>
            </a:r>
            <a:r>
              <a:rPr lang="en-US" sz="1654" dirty="0" smtClean="0"/>
              <a:t>Cart</a:t>
            </a:r>
            <a:endParaRPr lang="en-US" sz="1654" dirty="0"/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Order Service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Purchase API</a:t>
            </a:r>
          </a:p>
        </p:txBody>
      </p:sp>
      <p:sp>
        <p:nvSpPr>
          <p:cNvPr id="32" name="Flowchart: Magnetic Disk 31"/>
          <p:cNvSpPr/>
          <p:nvPr/>
        </p:nvSpPr>
        <p:spPr>
          <a:xfrm>
            <a:off x="11631501" y="3979718"/>
            <a:ext cx="2301160" cy="3243023"/>
          </a:xfrm>
          <a:prstGeom prst="flowChartMagneticDisk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36" name="Left-Right Arrow 35"/>
          <p:cNvSpPr/>
          <p:nvPr/>
        </p:nvSpPr>
        <p:spPr>
          <a:xfrm>
            <a:off x="11032120" y="5440736"/>
            <a:ext cx="792537" cy="51971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611"/>
          </a:p>
        </p:txBody>
      </p:sp>
      <p:sp>
        <p:nvSpPr>
          <p:cNvPr id="48" name="TextBox 47"/>
          <p:cNvSpPr txBox="1"/>
          <p:nvPr/>
        </p:nvSpPr>
        <p:spPr>
          <a:xfrm>
            <a:off x="4733731" y="4242556"/>
            <a:ext cx="2331600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 smtClean="0"/>
              <a:t>Frontend Enhancements</a:t>
            </a:r>
            <a:endParaRPr lang="en-AU" sz="1654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740433" y="4589444"/>
            <a:ext cx="2942812" cy="314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Questionnaire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User Image Analysis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Recommendation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Profile Detail Out (?)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Support &amp; Order Returns (?)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Fix Existing Issues (?)</a:t>
            </a:r>
            <a:endParaRPr lang="en-US" sz="1654" dirty="0" smtClean="0"/>
          </a:p>
        </p:txBody>
      </p:sp>
      <p:sp>
        <p:nvSpPr>
          <p:cNvPr id="50" name="Rectangle 49"/>
          <p:cNvSpPr/>
          <p:nvPr/>
        </p:nvSpPr>
        <p:spPr>
          <a:xfrm>
            <a:off x="4723701" y="4152781"/>
            <a:ext cx="2899730" cy="3583677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51" name="TextBox 50"/>
          <p:cNvSpPr txBox="1"/>
          <p:nvPr/>
        </p:nvSpPr>
        <p:spPr>
          <a:xfrm>
            <a:off x="1000958" y="4242556"/>
            <a:ext cx="2790379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 smtClean="0"/>
              <a:t>New/ Enhanced API/ Services</a:t>
            </a:r>
            <a:endParaRPr lang="en-AU" sz="1654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57639" y="4639154"/>
            <a:ext cx="3757186" cy="2892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AI Image Analysis Service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Recommendation Service</a:t>
            </a:r>
          </a:p>
          <a:p>
            <a:r>
              <a:rPr lang="en-US" sz="1654" dirty="0" smtClean="0"/>
              <a:t>        Image, Questionnaire </a:t>
            </a:r>
            <a:r>
              <a:rPr lang="en-US" sz="1654" dirty="0" smtClean="0"/>
              <a:t>&amp; Profile </a:t>
            </a:r>
            <a:r>
              <a:rPr lang="en-US" sz="1654" dirty="0" smtClean="0"/>
              <a:t>based</a:t>
            </a:r>
            <a:endParaRPr lang="en-US" sz="1654" dirty="0"/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AI Profile Analysis Service (?)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Profile API (?)</a:t>
            </a:r>
            <a:endParaRPr lang="en-US" sz="1654" dirty="0"/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Support &amp; Returns API (?)</a:t>
            </a:r>
            <a:endParaRPr lang="en-US" sz="1654" dirty="0"/>
          </a:p>
        </p:txBody>
      </p:sp>
      <p:sp>
        <p:nvSpPr>
          <p:cNvPr id="53" name="Flowchart: Magnetic Disk 52"/>
          <p:cNvSpPr/>
          <p:nvPr/>
        </p:nvSpPr>
        <p:spPr>
          <a:xfrm>
            <a:off x="436405" y="3726618"/>
            <a:ext cx="3878420" cy="4009841"/>
          </a:xfrm>
          <a:prstGeom prst="flowChartMagneticDisk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7386041" y="5131897"/>
            <a:ext cx="1274480" cy="1220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386041" y="5646142"/>
            <a:ext cx="1274480" cy="1220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7369178" y="6684268"/>
            <a:ext cx="1274480" cy="1220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719869" y="5944619"/>
            <a:ext cx="51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</a:rPr>
              <a:t>…</a:t>
            </a:r>
            <a:endParaRPr lang="en-AU" b="1" dirty="0">
              <a:solidFill>
                <a:srgbClr val="0070C0"/>
              </a:solidFill>
            </a:endParaRPr>
          </a:p>
        </p:txBody>
      </p:sp>
      <p:sp>
        <p:nvSpPr>
          <p:cNvPr id="64" name="Left-Right Arrow 63"/>
          <p:cNvSpPr/>
          <p:nvPr/>
        </p:nvSpPr>
        <p:spPr>
          <a:xfrm>
            <a:off x="4122995" y="5960454"/>
            <a:ext cx="792537" cy="51971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611"/>
          </a:p>
        </p:txBody>
      </p:sp>
    </p:spTree>
    <p:extLst>
      <p:ext uri="{BB962C8B-B14F-4D97-AF65-F5344CB8AC3E}">
        <p14:creationId xmlns:p14="http://schemas.microsoft.com/office/powerpoint/2010/main" val="54020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106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</cp:revision>
  <dcterms:created xsi:type="dcterms:W3CDTF">2026-05-28T06:49:50Z</dcterms:created>
  <dcterms:modified xsi:type="dcterms:W3CDTF">2026-05-28T07:50:47Z</dcterms:modified>
</cp:coreProperties>
</file>