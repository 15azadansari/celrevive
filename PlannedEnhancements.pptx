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0" y="1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4133-46F8-4505-81FC-78E5C153E9FB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65F4-5899-44F3-BD8B-EA42BBF69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6115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4133-46F8-4505-81FC-78E5C153E9FB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65F4-5899-44F3-BD8B-EA42BBF69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4620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4133-46F8-4505-81FC-78E5C153E9FB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65F4-5899-44F3-BD8B-EA42BBF69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5247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4133-46F8-4505-81FC-78E5C153E9FB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65F4-5899-44F3-BD8B-EA42BBF69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7079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4133-46F8-4505-81FC-78E5C153E9FB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65F4-5899-44F3-BD8B-EA42BBF69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7914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4133-46F8-4505-81FC-78E5C153E9FB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65F4-5899-44F3-BD8B-EA42BBF69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1834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4133-46F8-4505-81FC-78E5C153E9FB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65F4-5899-44F3-BD8B-EA42BBF69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6153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4133-46F8-4505-81FC-78E5C153E9FB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65F4-5899-44F3-BD8B-EA42BBF69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1547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4133-46F8-4505-81FC-78E5C153E9FB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65F4-5899-44F3-BD8B-EA42BBF69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7623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4133-46F8-4505-81FC-78E5C153E9FB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65F4-5899-44F3-BD8B-EA42BBF69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9807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4133-46F8-4505-81FC-78E5C153E9FB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65F4-5899-44F3-BD8B-EA42BBF69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4133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24133-46F8-4505-81FC-78E5C153E9FB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D65F4-5899-44F3-BD8B-EA42BBF69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0215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870337" y="952500"/>
            <a:ext cx="4913086" cy="5189049"/>
          </a:xfrm>
          <a:prstGeom prst="rect">
            <a:avLst/>
          </a:prstGeom>
          <a:solidFill>
            <a:schemeClr val="accent6">
              <a:lumMod val="20000"/>
              <a:lumOff val="80000"/>
              <a:alpha val="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Flowchart: Magnetic Disk 31"/>
          <p:cNvSpPr/>
          <p:nvPr/>
        </p:nvSpPr>
        <p:spPr>
          <a:xfrm>
            <a:off x="9450124" y="3141818"/>
            <a:ext cx="1977215" cy="2921306"/>
          </a:xfrm>
          <a:prstGeom prst="flowChartMagneticDisk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260"/>
          </a:p>
        </p:txBody>
      </p:sp>
      <p:sp>
        <p:nvSpPr>
          <p:cNvPr id="4" name="Rectangle 3"/>
          <p:cNvSpPr/>
          <p:nvPr/>
        </p:nvSpPr>
        <p:spPr>
          <a:xfrm>
            <a:off x="6956711" y="3287295"/>
            <a:ext cx="2289464" cy="2496286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260" dirty="0"/>
          </a:p>
        </p:txBody>
      </p:sp>
      <p:sp>
        <p:nvSpPr>
          <p:cNvPr id="33" name="Rectangle 32"/>
          <p:cNvSpPr/>
          <p:nvPr/>
        </p:nvSpPr>
        <p:spPr>
          <a:xfrm>
            <a:off x="807720" y="1453414"/>
            <a:ext cx="5764544" cy="5091995"/>
          </a:xfrm>
          <a:prstGeom prst="rect">
            <a:avLst/>
          </a:prstGeom>
          <a:solidFill>
            <a:schemeClr val="accent4">
              <a:lumMod val="20000"/>
              <a:lumOff val="80000"/>
              <a:alpha val="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3" name="Flowchart: Magnetic Disk 52"/>
          <p:cNvSpPr/>
          <p:nvPr/>
        </p:nvSpPr>
        <p:spPr>
          <a:xfrm>
            <a:off x="941794" y="3007468"/>
            <a:ext cx="3119665" cy="3537941"/>
          </a:xfrm>
          <a:prstGeom prst="flowChartMagneticDisk">
            <a:avLst/>
          </a:prstGeom>
          <a:solidFill>
            <a:srgbClr val="FFC000">
              <a:alpha val="16000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260"/>
          </a:p>
        </p:txBody>
      </p:sp>
      <p:sp>
        <p:nvSpPr>
          <p:cNvPr id="50" name="Rectangle 49"/>
          <p:cNvSpPr/>
          <p:nvPr/>
        </p:nvSpPr>
        <p:spPr>
          <a:xfrm>
            <a:off x="4208882" y="3332222"/>
            <a:ext cx="2329804" cy="2451359"/>
          </a:xfrm>
          <a:prstGeom prst="rect">
            <a:avLst/>
          </a:prstGeom>
          <a:solidFill>
            <a:srgbClr val="FFC000">
              <a:alpha val="16000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26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2" b="26164"/>
          <a:stretch/>
        </p:blipFill>
        <p:spPr>
          <a:xfrm>
            <a:off x="7661521" y="3423186"/>
            <a:ext cx="684847" cy="1927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73758" y="3381035"/>
            <a:ext cx="2157129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/>
              <a:t>Existing                       </a:t>
            </a:r>
            <a:r>
              <a:rPr lang="en-US" sz="1260" b="1" dirty="0"/>
              <a:t>Frontend</a:t>
            </a:r>
            <a:endParaRPr lang="en-AU" sz="126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978555" y="2610881"/>
            <a:ext cx="208497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60" dirty="0"/>
              <a:t>URL: https://celrevive.com/</a:t>
            </a:r>
            <a:endParaRPr lang="en-AU" sz="1260" dirty="0"/>
          </a:p>
        </p:txBody>
      </p:sp>
      <p:sp>
        <p:nvSpPr>
          <p:cNvPr id="11" name="TextBox 10"/>
          <p:cNvSpPr txBox="1"/>
          <p:nvPr/>
        </p:nvSpPr>
        <p:spPr>
          <a:xfrm>
            <a:off x="7455348" y="2371191"/>
            <a:ext cx="939616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/>
              <a:t>DNS Server</a:t>
            </a:r>
            <a:endParaRPr lang="en-AU" sz="1260" b="1" dirty="0"/>
          </a:p>
        </p:txBody>
      </p:sp>
      <p:cxnSp>
        <p:nvCxnSpPr>
          <p:cNvPr id="13" name="Straight Arrow Connector 12"/>
          <p:cNvCxnSpPr>
            <a:stCxn id="4" idx="0"/>
            <a:endCxn id="9" idx="2"/>
          </p:cNvCxnSpPr>
          <p:nvPr/>
        </p:nvCxnSpPr>
        <p:spPr>
          <a:xfrm flipH="1" flipV="1">
            <a:off x="8021040" y="2897113"/>
            <a:ext cx="80403" cy="390182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0"/>
            <a:endCxn id="23" idx="2"/>
          </p:cNvCxnSpPr>
          <p:nvPr/>
        </p:nvCxnSpPr>
        <p:spPr>
          <a:xfrm flipV="1">
            <a:off x="7966173" y="1726359"/>
            <a:ext cx="0" cy="665408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258" y="1018467"/>
            <a:ext cx="1135830" cy="70789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60" b="29958"/>
          <a:stretch/>
        </p:blipFill>
        <p:spPr>
          <a:xfrm>
            <a:off x="7833001" y="1205917"/>
            <a:ext cx="443303" cy="22657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78864" y="3645378"/>
            <a:ext cx="24357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Authentication UI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User Profile UI (Partial)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Shopping Cart (UX Issues)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Create Order (UX Issues)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Purchase </a:t>
            </a:r>
            <a:r>
              <a:rPr lang="en-US" sz="1260" dirty="0"/>
              <a:t>- Card </a:t>
            </a:r>
            <a:r>
              <a:rPr lang="en-US" sz="1260" dirty="0"/>
              <a:t>etc. </a:t>
            </a:r>
            <a:r>
              <a:rPr lang="en-US" sz="1260" dirty="0"/>
              <a:t>(Issues</a:t>
            </a:r>
            <a:r>
              <a:rPr lang="en-US" sz="1260" dirty="0"/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70305" y="2391767"/>
            <a:ext cx="1991736" cy="522297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260"/>
          </a:p>
        </p:txBody>
      </p:sp>
      <p:sp>
        <p:nvSpPr>
          <p:cNvPr id="34" name="TextBox 33"/>
          <p:cNvSpPr txBox="1"/>
          <p:nvPr/>
        </p:nvSpPr>
        <p:spPr>
          <a:xfrm>
            <a:off x="9521672" y="3381034"/>
            <a:ext cx="1669240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/>
              <a:t>API</a:t>
            </a:r>
            <a:r>
              <a:rPr lang="en-US" sz="1260" b="1" dirty="0"/>
              <a:t>/ Backend Services</a:t>
            </a:r>
            <a:endParaRPr lang="en-AU" sz="126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9576656" y="3949727"/>
            <a:ext cx="20807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 smtClean="0"/>
              <a:t>Authentication </a:t>
            </a:r>
            <a:r>
              <a:rPr lang="en-US" sz="1260" dirty="0"/>
              <a:t>Service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User Profile API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Shopping </a:t>
            </a:r>
            <a:r>
              <a:rPr lang="en-US" sz="1260" dirty="0"/>
              <a:t>Cart</a:t>
            </a:r>
            <a:endParaRPr lang="en-US" sz="1260" dirty="0"/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Order Service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Purchase API</a:t>
            </a:r>
          </a:p>
        </p:txBody>
      </p:sp>
      <p:sp>
        <p:nvSpPr>
          <p:cNvPr id="36" name="Left-Right Arrow 35"/>
          <p:cNvSpPr/>
          <p:nvPr/>
        </p:nvSpPr>
        <p:spPr>
          <a:xfrm>
            <a:off x="9016145" y="4313694"/>
            <a:ext cx="603944" cy="396045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990"/>
          </a:p>
        </p:txBody>
      </p:sp>
      <p:sp>
        <p:nvSpPr>
          <p:cNvPr id="48" name="TextBox 47"/>
          <p:cNvSpPr txBox="1"/>
          <p:nvPr/>
        </p:nvSpPr>
        <p:spPr>
          <a:xfrm>
            <a:off x="4216526" y="3400634"/>
            <a:ext cx="1817613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/>
              <a:t>Frontend Enhancements</a:t>
            </a:r>
            <a:endParaRPr lang="en-AU" sz="1260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4427373" y="3664976"/>
            <a:ext cx="19599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Questionnaire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User Image Analysis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Recommendation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 smtClean="0"/>
              <a:t>User Profile Detail</a:t>
            </a:r>
            <a:endParaRPr lang="en-US" sz="1260" dirty="0"/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 smtClean="0"/>
              <a:t>Fix </a:t>
            </a:r>
            <a:r>
              <a:rPr lang="en-US" sz="1260" dirty="0"/>
              <a:t>Existing </a:t>
            </a:r>
            <a:r>
              <a:rPr lang="en-US" sz="1260" dirty="0" smtClean="0"/>
              <a:t>Issues</a:t>
            </a:r>
            <a:endParaRPr lang="en-US" sz="1260" dirty="0"/>
          </a:p>
        </p:txBody>
      </p:sp>
      <p:sp>
        <p:nvSpPr>
          <p:cNvPr id="51" name="TextBox 50"/>
          <p:cNvSpPr txBox="1"/>
          <p:nvPr/>
        </p:nvSpPr>
        <p:spPr>
          <a:xfrm>
            <a:off x="1372007" y="3400634"/>
            <a:ext cx="2169825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/>
              <a:t>New/ Enhanced API/ Services</a:t>
            </a:r>
            <a:endParaRPr lang="en-AU" sz="1260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1164803" y="4007655"/>
            <a:ext cx="3174904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 smtClean="0"/>
              <a:t>Product Database (Ingredients </a:t>
            </a:r>
          </a:p>
          <a:p>
            <a:r>
              <a:rPr lang="en-US" sz="1260" dirty="0" smtClean="0"/>
              <a:t>       + Base + Compatibility engine)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 smtClean="0"/>
              <a:t>AI </a:t>
            </a:r>
            <a:r>
              <a:rPr lang="en-US" sz="1260" dirty="0"/>
              <a:t>Image Analysis Service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 smtClean="0"/>
              <a:t>AI </a:t>
            </a:r>
            <a:r>
              <a:rPr lang="en-US" sz="1260" dirty="0"/>
              <a:t>Profile Analysis </a:t>
            </a:r>
            <a:r>
              <a:rPr lang="en-US" sz="1260" dirty="0" smtClean="0"/>
              <a:t>Service</a:t>
            </a:r>
            <a:endParaRPr lang="en-US" sz="1260" dirty="0"/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 smtClean="0"/>
              <a:t>Recommendation Service</a:t>
            </a:r>
          </a:p>
          <a:p>
            <a:r>
              <a:rPr lang="en-US" sz="1260" dirty="0" smtClean="0"/>
              <a:t>        Image, Questionnaire &amp; Profile based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 smtClean="0"/>
              <a:t>Complete User Profile Backend API</a:t>
            </a:r>
            <a:endParaRPr lang="en-US" sz="1260" dirty="0"/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6237690" y="4078346"/>
            <a:ext cx="971204" cy="930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6237690" y="4470221"/>
            <a:ext cx="971204" cy="930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6224839" y="5261314"/>
            <a:ext cx="971204" cy="930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492080" y="4697672"/>
            <a:ext cx="434734" cy="5144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43" b="1" dirty="0">
                <a:solidFill>
                  <a:srgbClr val="0070C0"/>
                </a:solidFill>
              </a:rPr>
              <a:t>…</a:t>
            </a:r>
            <a:endParaRPr lang="en-AU" sz="1372" b="1" dirty="0">
              <a:solidFill>
                <a:srgbClr val="0070C0"/>
              </a:solidFill>
            </a:endParaRPr>
          </a:p>
        </p:txBody>
      </p:sp>
      <p:sp>
        <p:nvSpPr>
          <p:cNvPr id="64" name="Left-Right Arrow 63"/>
          <p:cNvSpPr/>
          <p:nvPr/>
        </p:nvSpPr>
        <p:spPr>
          <a:xfrm>
            <a:off x="3827316" y="4245281"/>
            <a:ext cx="603944" cy="396045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990"/>
          </a:p>
        </p:txBody>
      </p:sp>
      <p:sp>
        <p:nvSpPr>
          <p:cNvPr id="12" name="TextBox 11"/>
          <p:cNvSpPr txBox="1"/>
          <p:nvPr/>
        </p:nvSpPr>
        <p:spPr>
          <a:xfrm>
            <a:off x="7455348" y="586740"/>
            <a:ext cx="2010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Existing Application</a:t>
            </a:r>
            <a:endParaRPr lang="en-AU" dirty="0"/>
          </a:p>
        </p:txBody>
      </p:sp>
      <p:sp>
        <p:nvSpPr>
          <p:cNvPr id="35" name="TextBox 34"/>
          <p:cNvSpPr txBox="1"/>
          <p:nvPr/>
        </p:nvSpPr>
        <p:spPr>
          <a:xfrm>
            <a:off x="1039308" y="1085612"/>
            <a:ext cx="3456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Immediate Planned Enhancements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00269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111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6</cp:revision>
  <dcterms:created xsi:type="dcterms:W3CDTF">2026-06-02T08:43:08Z</dcterms:created>
  <dcterms:modified xsi:type="dcterms:W3CDTF">2026-06-02T10:34:40Z</dcterms:modified>
</cp:coreProperties>
</file>